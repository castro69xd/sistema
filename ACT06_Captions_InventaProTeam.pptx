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</a:t>
            </a:r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bugs, one deadline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captions · English + Español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audience to follow along — the performance stays 100% in English.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0192E"/>
          </a:solidFill>
          <a:ln w="12700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937760"/>
            <a:ext cx="33832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138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owner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49377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0192E"/>
          </a:solidFill>
          <a:ln w="12700">
            <a:solidFill>
              <a:srgbClr val="1F2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4937760"/>
            <a:ext cx="33832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5138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49377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0192E"/>
          </a:solidFill>
          <a:ln w="12700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4937760"/>
            <a:ext cx="33832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5138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19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18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complaint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320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Mon, 8:00 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7101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71016"/>
            <a:ext cx="73152" cy="12390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32588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(worried) Hello? Yes, this is Daniel... The system is down?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8973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(preocupado) ¿Aló? Sí, habla Daniel... ¿El sistema está caído?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1975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19756"/>
            <a:ext cx="73152" cy="12390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67462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Daniel, I tried to delete an old product. Look!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33847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Señor Daniel, intenté eliminar un producto viejo. ¡Mire!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68496"/>
            <a:ext cx="73152" cy="12390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402336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this? "Fatal error"? Can you sell right now?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68721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esto? ¿"Error fatal"? ¿Puedes vender ahora mismo?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31723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317236"/>
            <a:ext cx="73152" cy="12390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537210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page is broken. Three customers are waiting.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603595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La página está rota. Hay tres clientes esperando.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27101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271016"/>
            <a:ext cx="73152" cy="12390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4808" y="132588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bad. It is Monday morning.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198973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está mal. Es lunes por la mañana.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261975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619756"/>
            <a:ext cx="73152" cy="12390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267462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only clicked "delete". Nothing more.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333847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 di clic a "eliminar". Nada más.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396849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968496"/>
            <a:ext cx="73152" cy="12390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4808" y="402336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help now, please. Call InventaPro.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64808" y="468721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ayuda ahora, por favor. Llama a InventaPro.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531723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5317236"/>
            <a:ext cx="73152" cy="12390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64808" y="537210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hope they can fix it fast.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64808" y="603595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Espero que lo arreglen rápido.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InventaPro · Two Bugs, One Deadline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19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18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320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Mon, 8:20 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71016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71016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325880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morning. Can you show me what happened?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38676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días. ¿Me puede mostrar qué pasó?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50008"/>
            <a:ext cx="73152" cy="9692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404872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clicked "delete". Then... this red message.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917668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 clic a "eliminar". Y luego... este mensaje rojo.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29000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3483864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 it. This product has sales already.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996660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lo veo. Este producto ya tiene ventas.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07992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507992"/>
            <a:ext cx="73152" cy="9692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4562856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is the problem?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075652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¿Entonces ese es el problema?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586984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586984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5641848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it. How many products do you have?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6154644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él. ¿Cuántos productos tiene?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271016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271016"/>
            <a:ext cx="73152" cy="9692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1325880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Nine, I think.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1838676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Nueve, creo.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2350008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2350008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4808" y="2404872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Nine, correct. Two sales, same time. The stock number can be wrong.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64808" y="2917668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Nueve, correcto. Dos ventas, al mismo tiempo. El stock puede quedar mal.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429000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429000"/>
            <a:ext cx="73152" cy="9692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64808" y="3483864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happened last week! I sold the same hammer twice.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64808" y="3996660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¡Eso pasó la semana pasada! Vendí el mismo martillo dos veces.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4507992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4507992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64808" y="4562856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now. Two bugs. Important, but easy to fix.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64808" y="5075652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entiendo. Dos errores. Importantes, pero fáciles de arreglar.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5586984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5586984"/>
            <a:ext cx="73152" cy="9692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64808" y="5641848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I do not want that again.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64808" y="6154644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Bien. No quiero que pase otra vez.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InventaPro · Two Bugs, One Deadline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19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18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320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Mon, 8:40 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71016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71016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325880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Daniel, we can fix both. No extra cost.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38676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Daniel, podemos arreglar los dos. Sin costo extra.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50008"/>
            <a:ext cx="73152" cy="9692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404872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But will I lose my data?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917668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Bien. ¿Pero voy a perder mis datos?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29000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3483864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(reassuring) No. We always make a backup first.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996660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(tranquilizándolo) No. Siempre hacemos un respaldo primero.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07992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507992"/>
            <a:ext cx="73152" cy="9692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4562856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if something goes wrong?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075652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algo sale mal?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586984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586984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5641848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use the backup again. Simple.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6154644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usamos el respaldo de nuevo. Simple.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271016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271016"/>
            <a:ext cx="73152" cy="9692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1325880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When can you do it?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1838676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Bien. ¿Cuándo lo pueden hacer?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2350008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2350008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4808" y="2404872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morning. Eight to nine fifteen.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64808" y="2917668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viernes en la mañana. De ocho a nueve y cuarto.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429000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429000"/>
            <a:ext cx="73152" cy="9692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64808" y="3483864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store opens at nine thirty. That works.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64808" y="3996660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tienda abre a las nueve y media. Eso funciona.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4507992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4507992"/>
            <a:ext cx="73152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64808" y="4562856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Perfect. I will message you before we start.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64808" y="5075652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Perfecto. Le escribo antes de empezar.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5586984"/>
            <a:ext cx="5486400" cy="969264"/>
          </a:xfrm>
          <a:prstGeom prst="roundRect">
            <a:avLst>
              <a:gd name="adj" fmla="val 566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5586984"/>
            <a:ext cx="73152" cy="9692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64808" y="5641848"/>
            <a:ext cx="5120640" cy="6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64808" y="6154644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hecho.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InventaPro · Two Bugs, One Deadline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19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18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320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Fri, 8:00 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71016"/>
            <a:ext cx="11247120" cy="660981"/>
          </a:xfrm>
          <a:prstGeom prst="roundRect">
            <a:avLst>
              <a:gd name="adj" fmla="val 830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71016"/>
            <a:ext cx="73152" cy="660981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325880"/>
            <a:ext cx="108813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oh one. Backup done. Delete function... done. Testing.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666037"/>
            <a:ext cx="10881360" cy="30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y uno. Respaldo listo. Función de eliminar... lista. Probando.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41725"/>
            <a:ext cx="11247120" cy="660981"/>
          </a:xfrm>
          <a:prstGeom prst="roundRect">
            <a:avLst>
              <a:gd name="adj" fmla="val 830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41725"/>
            <a:ext cx="73152" cy="660981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096589"/>
            <a:ext cx="108813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(worried) Wait. This test... failed.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436745"/>
            <a:ext cx="10881360" cy="30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(preocupado) Espera. Esta prueba... falló.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12433"/>
            <a:ext cx="11247120" cy="660981"/>
          </a:xfrm>
          <a:prstGeom prst="roundRect">
            <a:avLst>
              <a:gd name="adj" fmla="val 830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12433"/>
            <a:ext cx="73152" cy="66098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2867297"/>
            <a:ext cx="108813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(voice, worried) Is everything okay? I open soon.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207454"/>
            <a:ext cx="10881360" cy="30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(voz, preocupado) ¿Todo bien? Abro pronto.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83142"/>
            <a:ext cx="11247120" cy="660981"/>
          </a:xfrm>
          <a:prstGeom prst="roundRect">
            <a:avLst>
              <a:gd name="adj" fmla="val 830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83142"/>
            <a:ext cx="73152" cy="660981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638006"/>
            <a:ext cx="108813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problem. Almost fixed. I call you back.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978163"/>
            <a:ext cx="10881360" cy="30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pequeño. Casi arreglado. Te llamo de vuelta.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53850"/>
            <a:ext cx="11247120" cy="660981"/>
          </a:xfrm>
          <a:prstGeom prst="roundRect">
            <a:avLst>
              <a:gd name="adj" fmla="val 830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53850"/>
            <a:ext cx="73152" cy="660981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408714"/>
            <a:ext cx="108813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(relieved) Found it! It works! All four tests, passed.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748871"/>
            <a:ext cx="10881360" cy="30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(aliviado) ¡Lo encontré! ¡Funciona! Las cuatro pruebas, pasaron.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124559"/>
            <a:ext cx="11247120" cy="660981"/>
          </a:xfrm>
          <a:prstGeom prst="roundRect">
            <a:avLst>
              <a:gd name="adj" fmla="val 830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124559"/>
            <a:ext cx="73152" cy="660981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5179423"/>
            <a:ext cx="108813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Daniel, we are done. Everything works.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519580"/>
            <a:ext cx="10881360" cy="30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Daniel, ya terminamos. Todo funciona.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895267"/>
            <a:ext cx="11247120" cy="660981"/>
          </a:xfrm>
          <a:prstGeom prst="roundRect">
            <a:avLst>
              <a:gd name="adj" fmla="val 8300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895267"/>
            <a:ext cx="73152" cy="66098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5950131"/>
            <a:ext cx="108813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(voice) Perfect timing. Thank you.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6290288"/>
            <a:ext cx="10881360" cy="30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(voz) Tiempo perfecto. Gracias.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InventaPro · Two Bugs, One Deadline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19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18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320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Fri, 9:12 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7101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71016"/>
            <a:ext cx="73152" cy="12390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32588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now. Delete that old product.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8973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Pruébalo ahora. Elimina ese producto viejo.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1975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19756"/>
            <a:ext cx="73152" cy="12390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67462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Oh! Now it shows a message, no crash! Much better.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33847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¡Ah! Ahora muestra un mensaje, ¡sin caerse! Mucho mejor.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68496"/>
            <a:ext cx="73152" cy="12390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402336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The report is correct now too.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68721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El reporte también está correcto ahora.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31723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317236"/>
            <a:ext cx="73152" cy="12390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537210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Good, I check that report every Friday.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603595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Bien, yo reviso ese reporte cada viernes.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27101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271016"/>
            <a:ext cx="73152" cy="12390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4808" y="132588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your notes, Daniel. English and Spanish.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198973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están sus notas, Daniel. En inglés y español.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261975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619756"/>
            <a:ext cx="73152" cy="12390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267462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(smiling) "Nothing else changes." I like that.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333847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(sonriendo) "Nada más cambia." Me gusta eso.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396849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968496"/>
            <a:ext cx="73152" cy="12390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4808" y="402336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Perfect. Thank you, both.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64808" y="468721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Perfecto. Gracias a los dos.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5317236"/>
            <a:ext cx="5486400" cy="1239012"/>
          </a:xfrm>
          <a:prstGeom prst="roundRect">
            <a:avLst>
              <a:gd name="adj" fmla="val 4428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5317236"/>
            <a:ext cx="73152" cy="12390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64808" y="5372100"/>
            <a:ext cx="5120640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Now I can work without worry.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64808" y="603595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Ahora puedo trabajar sin preocuparme.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InventaPro · Two Bugs, One Deadline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19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18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320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Fri, 9:20 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71016"/>
            <a:ext cx="11247120" cy="564642"/>
          </a:xfrm>
          <a:prstGeom prst="roundRect">
            <a:avLst>
              <a:gd name="adj" fmla="val 9717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71016"/>
            <a:ext cx="73152" cy="56464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325880"/>
            <a:ext cx="108813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what happens next?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612087"/>
            <a:ext cx="10881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Entonces, ¿qué sigue?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945386"/>
            <a:ext cx="11247120" cy="564642"/>
          </a:xfrm>
          <a:prstGeom prst="roundRect">
            <a:avLst>
              <a:gd name="adj" fmla="val 9717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45386"/>
            <a:ext cx="73152" cy="56464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000250"/>
            <a:ext cx="108813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small list for later. Nothing urgent.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286457"/>
            <a:ext cx="10881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una lista pequeña para después. Nada urgente.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19756"/>
            <a:ext cx="11247120" cy="564642"/>
          </a:xfrm>
          <a:prstGeom prst="roundRect">
            <a:avLst>
              <a:gd name="adj" fmla="val 9717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19756"/>
            <a:ext cx="73152" cy="56464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2674620"/>
            <a:ext cx="108813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what?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960827"/>
            <a:ext cx="10881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¿Como qué?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94126"/>
            <a:ext cx="11247120" cy="564642"/>
          </a:xfrm>
          <a:prstGeom prst="roundRect">
            <a:avLst>
              <a:gd name="adj" fmla="val 9717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4126"/>
            <a:ext cx="73152" cy="56464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348990"/>
            <a:ext cx="108813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security, for example.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635197"/>
            <a:ext cx="10881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del inicio de sesión, por ejemplo.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968496"/>
            <a:ext cx="11247120" cy="564642"/>
          </a:xfrm>
          <a:prstGeom prst="roundRect">
            <a:avLst>
              <a:gd name="adj" fmla="val 9717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68496"/>
            <a:ext cx="73152" cy="56464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023360"/>
            <a:ext cx="108813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tell you if something looks strange?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309567"/>
            <a:ext cx="10881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¿Les puedo avisar si algo se ve raro?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642866"/>
            <a:ext cx="11247120" cy="564642"/>
          </a:xfrm>
          <a:prstGeom prst="roundRect">
            <a:avLst>
              <a:gd name="adj" fmla="val 9717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642866"/>
            <a:ext cx="73152" cy="56464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4697730"/>
            <a:ext cx="108813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always. Call us.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4983937"/>
            <a:ext cx="10881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siempre. Llámanos.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317236"/>
            <a:ext cx="11247120" cy="564642"/>
          </a:xfrm>
          <a:prstGeom prst="roundRect">
            <a:avLst>
              <a:gd name="adj" fmla="val 9717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317236"/>
            <a:ext cx="73152" cy="56464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5372100"/>
            <a:ext cx="108813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(smiling) Sounds good. Same time, next month?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5658307"/>
            <a:ext cx="10881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(sonriendo) Suena bien. ¿La misma hora, el próximo mes?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5991606"/>
            <a:ext cx="11247120" cy="564642"/>
          </a:xfrm>
          <a:prstGeom prst="roundRect">
            <a:avLst>
              <a:gd name="adj" fmla="val 9717"/>
            </a:avLst>
          </a:prstGeom>
          <a:solidFill>
            <a:srgbClr val="1019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991606"/>
            <a:ext cx="73152" cy="56464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6046470"/>
            <a:ext cx="108813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time, next month.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6332677"/>
            <a:ext cx="10881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hora, el próximo mes.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InventaPro · Two Bugs, One Deadline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2026-09-21T22:06:14Z</dcterms:created>
  <dcterms:modified xsi:type="dcterms:W3CDTF">2026-09-21T22:06:14Z</dcterms:modified>
</cp:coreProperties>
</file>